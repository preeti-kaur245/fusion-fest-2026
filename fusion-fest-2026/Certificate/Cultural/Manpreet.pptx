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grandir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anose="020B0604020202020204" charset="0"/>
      <p:regular r:id="rId8"/>
      <p:bold r:id="rId9"/>
    </p:embeddedFont>
    <p:embeddedFont>
      <p:font typeface="Montserrat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0045"/>
    <a:srgbClr val="9D92BE"/>
    <a:srgbClr val="8F008D"/>
    <a:srgbClr val="8F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7448F-648D-431D-8B3B-AFC79438B908}" v="6" dt="2026-03-12T04:04:43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36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5" Type="http://schemas.microsoft.com/office/2015/10/relationships/revisionInfo" Target="revisionInfo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267714" y="-880110"/>
            <a:ext cx="3141108" cy="3007611"/>
          </a:xfrm>
          <a:custGeom>
            <a:avLst/>
            <a:gdLst/>
            <a:ahLst/>
            <a:cxnLst/>
            <a:rect l="l" t="t" r="r" b="b"/>
            <a:pathLst>
              <a:path w="3141108" h="3007611">
                <a:moveTo>
                  <a:pt x="0" y="0"/>
                </a:moveTo>
                <a:lnTo>
                  <a:pt x="3141108" y="0"/>
                </a:lnTo>
                <a:lnTo>
                  <a:pt x="3141108" y="3007611"/>
                </a:lnTo>
                <a:lnTo>
                  <a:pt x="0" y="3007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302115" y="289523"/>
            <a:ext cx="10087769" cy="6980953"/>
            <a:chOff x="0" y="0"/>
            <a:chExt cx="3615229" cy="25018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5229" cy="2501816"/>
            </a:xfrm>
            <a:custGeom>
              <a:avLst/>
              <a:gdLst/>
              <a:ahLst/>
              <a:cxnLst/>
              <a:rect l="l" t="t" r="r" b="b"/>
              <a:pathLst>
                <a:path w="3615229" h="2501816">
                  <a:moveTo>
                    <a:pt x="0" y="0"/>
                  </a:moveTo>
                  <a:lnTo>
                    <a:pt x="3615229" y="0"/>
                  </a:lnTo>
                  <a:lnTo>
                    <a:pt x="3615229" y="2501816"/>
                  </a:lnTo>
                  <a:lnTo>
                    <a:pt x="0" y="2501816"/>
                  </a:lnTo>
                  <a:close/>
                </a:path>
              </a:pathLst>
            </a:custGeom>
            <a:ln w="19050" cap="sq">
              <a:solidFill>
                <a:srgbClr val="C396F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615229" cy="2530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6883" y="287773"/>
            <a:ext cx="2707135" cy="6980953"/>
            <a:chOff x="0" y="0"/>
            <a:chExt cx="3609513" cy="9307938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" b="1484"/>
            <a:stretch/>
          </p:blipFill>
          <p:spPr>
            <a:xfrm>
              <a:off x="0" y="0"/>
              <a:ext cx="3609513" cy="9307938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718454" y="683218"/>
            <a:ext cx="1882954" cy="188295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19050" cap="sq">
              <a:solidFill>
                <a:srgbClr val="EAE4F1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74148" y="2303305"/>
            <a:ext cx="1571566" cy="0"/>
          </a:xfrm>
          <a:prstGeom prst="line">
            <a:avLst/>
          </a:prstGeom>
          <a:ln w="9525" cap="flat">
            <a:solidFill>
              <a:srgbClr val="FFF4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874148" y="1952431"/>
            <a:ext cx="1571566" cy="0"/>
          </a:xfrm>
          <a:prstGeom prst="line">
            <a:avLst/>
          </a:prstGeom>
          <a:ln w="9525" cap="flat">
            <a:solidFill>
              <a:srgbClr val="FFF4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604544" y="4868915"/>
            <a:ext cx="1425354" cy="1364777"/>
          </a:xfrm>
          <a:custGeom>
            <a:avLst/>
            <a:gdLst/>
            <a:ahLst/>
            <a:cxnLst/>
            <a:rect l="l" t="t" r="r" b="b"/>
            <a:pathLst>
              <a:path w="1425354" h="1364777">
                <a:moveTo>
                  <a:pt x="0" y="0"/>
                </a:moveTo>
                <a:lnTo>
                  <a:pt x="1425354" y="0"/>
                </a:lnTo>
                <a:lnTo>
                  <a:pt x="1425354" y="1364777"/>
                </a:lnTo>
                <a:lnTo>
                  <a:pt x="0" y="1364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AutoShape 17"/>
          <p:cNvSpPr/>
          <p:nvPr/>
        </p:nvSpPr>
        <p:spPr>
          <a:xfrm>
            <a:off x="3542916" y="3428822"/>
            <a:ext cx="4696736" cy="0"/>
          </a:xfrm>
          <a:prstGeom prst="line">
            <a:avLst/>
          </a:prstGeom>
          <a:ln w="38100" cap="flat">
            <a:solidFill>
              <a:srgbClr val="6E62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3559888" y="770710"/>
            <a:ext cx="4219124" cy="74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5739" b="1" dirty="0">
                <a:solidFill>
                  <a:srgbClr val="8F008D"/>
                </a:solidFill>
                <a:latin typeface="Agrandir Bold"/>
                <a:ea typeface="Agrandir Bold"/>
                <a:cs typeface="Agrandir Bold"/>
                <a:sym typeface="Agrandir Bold"/>
              </a:rPr>
              <a:t>Certificate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23888" y="1593190"/>
            <a:ext cx="5891756" cy="68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9"/>
              </a:lnSpc>
            </a:pPr>
            <a:r>
              <a:rPr lang="en-US" sz="5239" b="1" dirty="0">
                <a:solidFill>
                  <a:srgbClr val="887BB0"/>
                </a:solidFill>
                <a:latin typeface="Agrandir Bold"/>
                <a:ea typeface="Agrandir Bold"/>
                <a:cs typeface="Agrandir Bold"/>
                <a:sym typeface="Agrandir Bold"/>
              </a:rPr>
              <a:t>Of Participation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4148" y="860068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RIMT University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4148" y="6532591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Fusion Fest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909" y="1264404"/>
            <a:ext cx="1652043" cy="47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grants and certifies this certificate 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4148" y="1998959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 March 2026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E52B9-C24F-76EB-D71A-5F3DD0B59EBD}"/>
              </a:ext>
            </a:extLst>
          </p:cNvPr>
          <p:cNvGrpSpPr/>
          <p:nvPr/>
        </p:nvGrpSpPr>
        <p:grpSpPr>
          <a:xfrm>
            <a:off x="7689384" y="6351855"/>
            <a:ext cx="2277188" cy="655800"/>
            <a:chOff x="3300228" y="6443535"/>
            <a:chExt cx="2277188" cy="655800"/>
          </a:xfrm>
        </p:grpSpPr>
        <p:sp>
          <p:nvSpPr>
            <p:cNvPr id="30" name="TextBox 30"/>
            <p:cNvSpPr txBox="1"/>
            <p:nvPr/>
          </p:nvSpPr>
          <p:spPr>
            <a:xfrm>
              <a:off x="3300228" y="6443535"/>
              <a:ext cx="2277188" cy="5879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16"/>
                </a:lnSpc>
              </a:pPr>
              <a:r>
                <a:rPr lang="en-US" sz="1558" b="1" dirty="0">
                  <a:solidFill>
                    <a:srgbClr val="887BB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Dr. Kartik K Gupta</a:t>
              </a:r>
            </a:p>
            <a:p>
              <a:pPr algn="ctr">
                <a:lnSpc>
                  <a:spcPts val="2416"/>
                </a:lnSpc>
              </a:pPr>
              <a:endParaRPr lang="en-US" sz="1558" b="1" dirty="0">
                <a:solidFill>
                  <a:srgbClr val="887BB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09B4FB-A030-FA92-D46C-EE55BCB7B066}"/>
                </a:ext>
              </a:extLst>
            </p:cNvPr>
            <p:cNvSpPr txBox="1"/>
            <p:nvPr/>
          </p:nvSpPr>
          <p:spPr>
            <a:xfrm>
              <a:off x="3559888" y="6791558"/>
              <a:ext cx="17106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D92BE"/>
                  </a:solidFill>
                </a:rPr>
                <a:t>Dean - SoET</a:t>
              </a:r>
              <a:endParaRPr lang="en-IN" sz="1400" dirty="0">
                <a:solidFill>
                  <a:srgbClr val="9D92BE"/>
                </a:solidFill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ED881F73-4FC1-5C67-DF1D-D3495E5AF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517" y="306037"/>
            <a:ext cx="2707135" cy="6353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81376AC-6B2E-192C-C5BC-7F911A451A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75" y="5305662"/>
            <a:ext cx="1296639" cy="11921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7DE677-C26C-246D-0F94-E1BC4DA15287}"/>
              </a:ext>
            </a:extLst>
          </p:cNvPr>
          <p:cNvSpPr txBox="1"/>
          <p:nvPr/>
        </p:nvSpPr>
        <p:spPr>
          <a:xfrm>
            <a:off x="3486983" y="3636207"/>
            <a:ext cx="59515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This certificate is awarded to student </a:t>
            </a:r>
            <a:r>
              <a:rPr lang="en-US" sz="160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of </a:t>
            </a:r>
            <a:r>
              <a:rPr lang="en-US" sz="1600" b="1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 Law department 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Participating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in the event organized on the occasion of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Fusion Fest 2026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by the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School of Engineering, Department of Computer Applications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RIMT University, Mandi Gobindgarh.</a:t>
            </a:r>
            <a:endParaRPr lang="en-IN" sz="16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791E4B-6E56-76B4-5D4A-18F6399C6A85}"/>
              </a:ext>
            </a:extLst>
          </p:cNvPr>
          <p:cNvGrpSpPr/>
          <p:nvPr/>
        </p:nvGrpSpPr>
        <p:grpSpPr>
          <a:xfrm>
            <a:off x="5355512" y="5500327"/>
            <a:ext cx="2277188" cy="1443911"/>
            <a:chOff x="5266307" y="5500327"/>
            <a:chExt cx="2277188" cy="14439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0554E-A524-C4C9-F6EB-1F5F578CDE77}"/>
                </a:ext>
              </a:extLst>
            </p:cNvPr>
            <p:cNvGrpSpPr/>
            <p:nvPr/>
          </p:nvGrpSpPr>
          <p:grpSpPr>
            <a:xfrm>
              <a:off x="5266307" y="6347452"/>
              <a:ext cx="2277188" cy="596786"/>
              <a:chOff x="7677517" y="6511354"/>
              <a:chExt cx="2277188" cy="59678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677517" y="6511354"/>
                <a:ext cx="2277188" cy="2802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416"/>
                  </a:lnSpc>
                </a:pPr>
                <a:r>
                  <a:rPr lang="en-US" sz="1558" b="1" dirty="0">
                    <a:solidFill>
                      <a:srgbClr val="887BB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Dr. Ajay Singh Rana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1F4188-11F8-341D-77BA-7329BF13D1C7}"/>
                  </a:ext>
                </a:extLst>
              </p:cNvPr>
              <p:cNvSpPr txBox="1"/>
              <p:nvPr/>
            </p:nvSpPr>
            <p:spPr>
              <a:xfrm>
                <a:off x="7873810" y="6800363"/>
                <a:ext cx="1854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9D92BE"/>
                    </a:solidFill>
                  </a:rPr>
                  <a:t>Associate Dean - SoET</a:t>
                </a:r>
                <a:endParaRPr lang="en-IN" sz="1400" dirty="0">
                  <a:solidFill>
                    <a:srgbClr val="9D92BE"/>
                  </a:solidFill>
                </a:endParaRPr>
              </a:p>
            </p:txBody>
          </p:sp>
        </p:grp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B3D6EFD-64FD-2F7B-04AC-B3D3424E7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4790" y="5500327"/>
              <a:ext cx="1940221" cy="925966"/>
            </a:xfrm>
            <a:prstGeom prst="rect">
              <a:avLst/>
            </a:prstGeom>
          </p:spPr>
        </p:pic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D42481AB-92FB-63A3-1CFE-C8823F58ED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1923" y="5028630"/>
            <a:ext cx="2071620" cy="158217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4068AB-F027-2FCE-7AA9-CED6CB84D419}"/>
              </a:ext>
            </a:extLst>
          </p:cNvPr>
          <p:cNvGrpSpPr/>
          <p:nvPr/>
        </p:nvGrpSpPr>
        <p:grpSpPr>
          <a:xfrm>
            <a:off x="3079475" y="5409864"/>
            <a:ext cx="2572025" cy="1529083"/>
            <a:chOff x="3039523" y="5409864"/>
            <a:chExt cx="2572025" cy="152908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CCD1C1-FBC7-901D-E0E7-9AD27504F7AC}"/>
                </a:ext>
              </a:extLst>
            </p:cNvPr>
            <p:cNvGrpSpPr/>
            <p:nvPr/>
          </p:nvGrpSpPr>
          <p:grpSpPr>
            <a:xfrm>
              <a:off x="3039523" y="6352743"/>
              <a:ext cx="2277188" cy="586204"/>
              <a:chOff x="5523855" y="6514909"/>
              <a:chExt cx="2277188" cy="586204"/>
            </a:xfrm>
          </p:grpSpPr>
          <p:sp>
            <p:nvSpPr>
              <p:cNvPr id="33" name="TextBox 31">
                <a:extLst>
                  <a:ext uri="{FF2B5EF4-FFF2-40B4-BE49-F238E27FC236}">
                    <a16:creationId xmlns:a16="http://schemas.microsoft.com/office/drawing/2014/main" id="{44E08E74-A7AD-7484-AF48-6B29E631FBB7}"/>
                  </a:ext>
                </a:extLst>
              </p:cNvPr>
              <p:cNvSpPr txBox="1"/>
              <p:nvPr/>
            </p:nvSpPr>
            <p:spPr>
              <a:xfrm>
                <a:off x="5523855" y="6514909"/>
                <a:ext cx="2277188" cy="2802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416"/>
                  </a:lnSpc>
                </a:pPr>
                <a:r>
                  <a:rPr lang="en-US" sz="1558" b="1" dirty="0">
                    <a:solidFill>
                      <a:srgbClr val="887BB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Dr. Raj Kumar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1EEF8-C31B-AD30-4DD8-80B4BA4AF7B0}"/>
                  </a:ext>
                </a:extLst>
              </p:cNvPr>
              <p:cNvSpPr txBox="1"/>
              <p:nvPr/>
            </p:nvSpPr>
            <p:spPr>
              <a:xfrm>
                <a:off x="5804121" y="6793336"/>
                <a:ext cx="17106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9D92BE"/>
                    </a:solidFill>
                  </a:rPr>
                  <a:t>HOD - </a:t>
                </a:r>
                <a:r>
                  <a:rPr lang="en-US" sz="1400" dirty="0" err="1">
                    <a:solidFill>
                      <a:srgbClr val="9D92BE"/>
                    </a:solidFill>
                  </a:rPr>
                  <a:t>DoCA</a:t>
                </a:r>
                <a:endParaRPr lang="en-IN" sz="1400" dirty="0">
                  <a:solidFill>
                    <a:srgbClr val="9D92BE"/>
                  </a:solidFill>
                </a:endParaRPr>
              </a:p>
            </p:txBody>
          </p:sp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895BE52-5C75-0EA3-A7F8-A5AC2E849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66695" y="5409864"/>
              <a:ext cx="2444853" cy="10266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01C446-A13C-A620-967B-C229A1EE0751}"/>
              </a:ext>
            </a:extLst>
          </p:cNvPr>
          <p:cNvSpPr txBox="1"/>
          <p:nvPr/>
        </p:nvSpPr>
        <p:spPr>
          <a:xfrm>
            <a:off x="3542916" y="2662309"/>
            <a:ext cx="4530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DD0045"/>
                </a:solidFill>
                <a:latin typeface="Agrandir Bold" panose="020B0604020202020204" charset="0"/>
              </a:rPr>
              <a:t>Manpreet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81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Montserrat Bold</vt:lpstr>
      <vt:lpstr>Montserrat</vt:lpstr>
      <vt:lpstr>Agrandir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NILOFER BEGUM</dc:creator>
  <cp:lastModifiedBy>LAB-04</cp:lastModifiedBy>
  <cp:revision>7</cp:revision>
  <dcterms:created xsi:type="dcterms:W3CDTF">2006-08-16T00:00:00Z</dcterms:created>
  <dcterms:modified xsi:type="dcterms:W3CDTF">2026-03-12T04:15:01Z</dcterms:modified>
  <dc:identifier>DAHDbBTf79I</dc:identifier>
</cp:coreProperties>
</file>